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para exponer: preséntate, di el nombre del proyecto y la idea de una frase:
"Un sistema que decide, petición por petición, cuándo vale la pena gastar mucha
energía en revisar el tráfico a fondo, usando teoría de juegos."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Recalca: revisar todo es seguro pero derrochador. El 95% del tráfico no justifica
ese gasto. El reto es bajar la energía sin perder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Green Edge (SGE)</dc:title>
  <dc:subject>Defensa Adaptativa de APIs en el Borde mediante Teoría de Juegos y Cómputo Verde</dc:subject>
  <dc:creator>Created by Marp</dc:creator>
  <cp:lastModifiedBy>Created by Marp</cp:lastModifiedBy>
  <cp:revision>1</cp:revision>
  <dcterms:created xsi:type="dcterms:W3CDTF">2026-07-19T01:50:16Z</dcterms:created>
  <dcterms:modified xsi:type="dcterms:W3CDTF">2026-07-19T01:50:16Z</dcterms:modified>
</cp:coreProperties>
</file>