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Guion: "Esta presentación NO explica toda la teoría, solo enseña qué hace la demo,
cómo se ejecuta y qué se ve en pantalla."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SGE — Cómo funciona la demo</dc:title>
  <dc:subject>Guía paso a paso de la demo interactiva de Stochastic Green Edge</dc:subject>
  <dc:creator>Created by Marp</dc:creator>
  <cp:lastModifiedBy>Created by Marp</cp:lastModifiedBy>
  <cp:revision>1</cp:revision>
  <dcterms:created xsi:type="dcterms:W3CDTF">2026-07-27T11:40:07Z</dcterms:created>
  <dcterms:modified xsi:type="dcterms:W3CDTF">2026-07-27T11:40:07Z</dcterms:modified>
</cp:coreProperties>
</file>